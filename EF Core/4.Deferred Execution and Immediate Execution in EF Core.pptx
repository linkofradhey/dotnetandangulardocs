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72" r:id="rId5"/>
  </p:sldMasterIdLst>
  <p:notesMasterIdLst>
    <p:notesMasterId r:id="rId15"/>
  </p:notesMasterIdLst>
  <p:sldIdLst>
    <p:sldId id="256" r:id="rId6"/>
    <p:sldId id="257" r:id="rId7"/>
    <p:sldId id="258" r:id="rId8"/>
    <p:sldId id="308" r:id="rId9"/>
    <p:sldId id="348" r:id="rId10"/>
    <p:sldId id="372" r:id="rId11"/>
    <p:sldId id="347" r:id="rId12"/>
    <p:sldId id="371" r:id="rId13"/>
    <p:sldId id="344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D7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27BC8E-BD27-4471-19DB-9CD077F07046}" v="4" dt="2023-07-20T12:06:09.858"/>
    <p1510:client id="{64ECE331-0277-16CB-5521-5A7F06E5C878}" v="28" dt="2023-07-20T12:04:32.5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yeb M  Ghachi" userId="S::soyebg@kaarinfotech.com::f9dc40d0-2d66-4f8b-a7be-83ae55eafe86" providerId="AD" clId="Web-{1E27BC8E-BD27-4471-19DB-9CD077F07046}"/>
    <pc:docChg chg="modSld">
      <pc:chgData name="soyeb M  Ghachi" userId="S::soyebg@kaarinfotech.com::f9dc40d0-2d66-4f8b-a7be-83ae55eafe86" providerId="AD" clId="Web-{1E27BC8E-BD27-4471-19DB-9CD077F07046}" dt="2023-07-20T12:06:04.826" v="0" actId="20577"/>
      <pc:docMkLst>
        <pc:docMk/>
      </pc:docMkLst>
      <pc:sldChg chg="modSp">
        <pc:chgData name="soyeb M  Ghachi" userId="S::soyebg@kaarinfotech.com::f9dc40d0-2d66-4f8b-a7be-83ae55eafe86" providerId="AD" clId="Web-{1E27BC8E-BD27-4471-19DB-9CD077F07046}" dt="2023-07-20T12:06:04.826" v="0" actId="20577"/>
        <pc:sldMkLst>
          <pc:docMk/>
          <pc:sldMk cId="1848838839" sldId="354"/>
        </pc:sldMkLst>
        <pc:spChg chg="mod">
          <ac:chgData name="soyeb M  Ghachi" userId="S::soyebg@kaarinfotech.com::f9dc40d0-2d66-4f8b-a7be-83ae55eafe86" providerId="AD" clId="Web-{1E27BC8E-BD27-4471-19DB-9CD077F07046}" dt="2023-07-20T12:06:04.826" v="0" actId="20577"/>
          <ac:spMkLst>
            <pc:docMk/>
            <pc:sldMk cId="1848838839" sldId="354"/>
            <ac:spMk id="8" creationId="{DCC207BB-C924-EAD8-CF75-097400D6094D}"/>
          </ac:spMkLst>
        </pc:spChg>
      </pc:sldChg>
    </pc:docChg>
  </pc:docChgLst>
  <pc:docChgLst>
    <pc:chgData name="soyeb M  Ghachi" userId="S::soyebg@kaarinfotech.com::f9dc40d0-2d66-4f8b-a7be-83ae55eafe86" providerId="AD" clId="Web-{64ECE331-0277-16CB-5521-5A7F06E5C878}"/>
    <pc:docChg chg="delSld modSld">
      <pc:chgData name="soyeb M  Ghachi" userId="S::soyebg@kaarinfotech.com::f9dc40d0-2d66-4f8b-a7be-83ae55eafe86" providerId="AD" clId="Web-{64ECE331-0277-16CB-5521-5A7F06E5C878}" dt="2023-07-20T12:04:32.557" v="17"/>
      <pc:docMkLst>
        <pc:docMk/>
      </pc:docMkLst>
      <pc:sldChg chg="modSp">
        <pc:chgData name="soyeb M  Ghachi" userId="S::soyebg@kaarinfotech.com::f9dc40d0-2d66-4f8b-a7be-83ae55eafe86" providerId="AD" clId="Web-{64ECE331-0277-16CB-5521-5A7F06E5C878}" dt="2023-07-20T12:01:47.242" v="12" actId="20577"/>
        <pc:sldMkLst>
          <pc:docMk/>
          <pc:sldMk cId="0" sldId="308"/>
        </pc:sldMkLst>
        <pc:spChg chg="mod">
          <ac:chgData name="soyeb M  Ghachi" userId="S::soyebg@kaarinfotech.com::f9dc40d0-2d66-4f8b-a7be-83ae55eafe86" providerId="AD" clId="Web-{64ECE331-0277-16CB-5521-5A7F06E5C878}" dt="2023-07-20T12:01:47.242" v="12" actId="20577"/>
          <ac:spMkLst>
            <pc:docMk/>
            <pc:sldMk cId="0" sldId="308"/>
            <ac:spMk id="2" creationId="{40F8D364-154C-A360-4101-7CC7CC7951F7}"/>
          </ac:spMkLst>
        </pc:spChg>
      </pc:sldChg>
      <pc:sldChg chg="del">
        <pc:chgData name="soyeb M  Ghachi" userId="S::soyebg@kaarinfotech.com::f9dc40d0-2d66-4f8b-a7be-83ae55eafe86" providerId="AD" clId="Web-{64ECE331-0277-16CB-5521-5A7F06E5C878}" dt="2023-07-20T12:04:30.667" v="14"/>
        <pc:sldMkLst>
          <pc:docMk/>
          <pc:sldMk cId="1877487295" sldId="351"/>
        </pc:sldMkLst>
      </pc:sldChg>
      <pc:sldChg chg="del">
        <pc:chgData name="soyeb M  Ghachi" userId="S::soyebg@kaarinfotech.com::f9dc40d0-2d66-4f8b-a7be-83ae55eafe86" providerId="AD" clId="Web-{64ECE331-0277-16CB-5521-5A7F06E5C878}" dt="2023-07-20T12:04:29.713" v="13"/>
        <pc:sldMkLst>
          <pc:docMk/>
          <pc:sldMk cId="2540801294" sldId="355"/>
        </pc:sldMkLst>
      </pc:sldChg>
      <pc:sldChg chg="del">
        <pc:chgData name="soyeb M  Ghachi" userId="S::soyebg@kaarinfotech.com::f9dc40d0-2d66-4f8b-a7be-83ae55eafe86" providerId="AD" clId="Web-{64ECE331-0277-16CB-5521-5A7F06E5C878}" dt="2023-07-20T12:04:31.213" v="15"/>
        <pc:sldMkLst>
          <pc:docMk/>
          <pc:sldMk cId="4130156773" sldId="360"/>
        </pc:sldMkLst>
      </pc:sldChg>
      <pc:sldChg chg="del">
        <pc:chgData name="soyeb M  Ghachi" userId="S::soyebg@kaarinfotech.com::f9dc40d0-2d66-4f8b-a7be-83ae55eafe86" providerId="AD" clId="Web-{64ECE331-0277-16CB-5521-5A7F06E5C878}" dt="2023-07-20T12:04:31.823" v="16"/>
        <pc:sldMkLst>
          <pc:docMk/>
          <pc:sldMk cId="567678496" sldId="361"/>
        </pc:sldMkLst>
      </pc:sldChg>
      <pc:sldChg chg="del">
        <pc:chgData name="soyeb M  Ghachi" userId="S::soyebg@kaarinfotech.com::f9dc40d0-2d66-4f8b-a7be-83ae55eafe86" providerId="AD" clId="Web-{64ECE331-0277-16CB-5521-5A7F06E5C878}" dt="2023-07-20T12:04:32.557" v="17"/>
        <pc:sldMkLst>
          <pc:docMk/>
          <pc:sldMk cId="1946876607" sldId="3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56647-89B1-42F3-9A5F-1446C446734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9D9FB-1D01-48BF-AE8F-A64DB01B7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929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00" y="2667000"/>
            <a:ext cx="9737728" cy="574039"/>
          </a:xfrm>
        </p:spPr>
        <p:txBody>
          <a:bodyPr lIns="0" tIns="0" rIns="0" bIns="0"/>
          <a:lstStyle>
            <a:lvl1pPr>
              <a:defRPr sz="3600" b="0" i="0">
                <a:solidFill>
                  <a:srgbClr val="2D73BA"/>
                </a:solidFill>
                <a:latin typeface="Verdana"/>
                <a:cs typeface="Verdana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FB1F-157D-4E51-9980-E1F565442EC3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096000" y="1762125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1" y="4645479"/>
                </a:lnTo>
              </a:path>
            </a:pathLst>
          </a:custGeom>
          <a:ln w="254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0C1D5-C662-4AD3-AEDA-F37388361162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hape, rectangle&#10;&#10;Description automatically generated">
            <a:extLst>
              <a:ext uri="{FF2B5EF4-FFF2-40B4-BE49-F238E27FC236}">
                <a16:creationId xmlns:a16="http://schemas.microsoft.com/office/drawing/2014/main" id="{090A7048-987D-91C5-E06F-B1D5467051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916" y="0"/>
            <a:ext cx="5053416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33999" y="1922779"/>
            <a:ext cx="5630863" cy="574039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89512-AF51-425F-A21C-9A26AD98FB82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301BF-4A5A-434A-A8C0-BEA423A051A0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98F9C8C1-E342-AFBD-A7CE-6418609BCB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916" y="0"/>
            <a:ext cx="5053416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00600" y="1922779"/>
            <a:ext cx="6146928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00600" y="3840480"/>
            <a:ext cx="55626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414E4-B6F6-4B18-B713-FA232D2639A2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CF852E1-6F60-BFCD-296B-C2D5D6EE97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80" y="2621280"/>
            <a:ext cx="1219200" cy="1219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3744" y="2092811"/>
            <a:ext cx="10104511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4345E-D757-4B1B-9FE6-4CBB7063D877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12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1F1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500CC-1920-4D4B-918B-782695850B50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608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1F1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2098A-F360-46E2-89AF-B5F5DF02A904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0CCF29-763E-A160-BFE4-EEEA28EF4716}"/>
              </a:ext>
            </a:extLst>
          </p:cNvPr>
          <p:cNvSpPr/>
          <p:nvPr userDrawn="1"/>
        </p:nvSpPr>
        <p:spPr>
          <a:xfrm>
            <a:off x="6096000" y="1577340"/>
            <a:ext cx="45719" cy="4526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23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1F1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C5950-3631-4A9A-A4CA-DADF17D47315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ECE1DB-19F6-AA44-4862-E419FEA222C1}"/>
              </a:ext>
            </a:extLst>
          </p:cNvPr>
          <p:cNvSpPr/>
          <p:nvPr userDrawn="1"/>
        </p:nvSpPr>
        <p:spPr>
          <a:xfrm>
            <a:off x="785375" y="3383281"/>
            <a:ext cx="1062124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81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, rectangle&#10;&#10;Description automatically generated">
            <a:extLst>
              <a:ext uri="{FF2B5EF4-FFF2-40B4-BE49-F238E27FC236}">
                <a16:creationId xmlns:a16="http://schemas.microsoft.com/office/drawing/2014/main" id="{0D80A00D-1493-0520-C8A4-EA587A66C3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D4601-028E-47AB-BD3F-11F62F9A4BE5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140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7135" y="1922779"/>
            <a:ext cx="9737728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773" y="2011171"/>
            <a:ext cx="10900452" cy="3402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0AFA7-F190-4759-8FB6-CBE66AD621A4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6974D-2071-5725-CC56-0B4379646DD7}"/>
              </a:ext>
            </a:extLst>
          </p:cNvPr>
          <p:cNvSpPr/>
          <p:nvPr userDrawn="1"/>
        </p:nvSpPr>
        <p:spPr>
          <a:xfrm>
            <a:off x="785375" y="3383281"/>
            <a:ext cx="10621248" cy="45719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5375" y="2718906"/>
            <a:ext cx="10621248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F1F1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Code First with EF Core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D5D29-E1DB-4FB4-A3B4-2E7D041E6BA3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191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4400" y="2057400"/>
            <a:ext cx="1076861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/>
              <a:t>Deferred Execution and Immediate Execution</a:t>
            </a:r>
            <a:endParaRPr lang="en-IN" sz="4000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E1C5440-B524-ECD9-DEF7-43EA9E9F6D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13761" y="6377940"/>
            <a:ext cx="4632959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Code First with EF Core</a:t>
            </a:r>
            <a:endParaRPr lang="en-US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B37ECC-511E-49FF-B962-47A8C46AE1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4BE80-9AB5-38B2-37C3-AF6DF0B7FB4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Code First with EF Core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920093-7FE7-43C2-B224-C202A5E8B9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BC429740-DB83-53F4-3A4C-541E50A89375}"/>
              </a:ext>
            </a:extLst>
          </p:cNvPr>
          <p:cNvSpPr txBox="1"/>
          <p:nvPr/>
        </p:nvSpPr>
        <p:spPr>
          <a:xfrm>
            <a:off x="990600" y="1752600"/>
            <a:ext cx="2147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25" dirty="0">
                <a:solidFill>
                  <a:srgbClr val="FFFFFF"/>
                </a:solidFill>
                <a:latin typeface="Verdana"/>
                <a:cs typeface="Verdana"/>
              </a:rPr>
              <a:t>Overview</a:t>
            </a:r>
            <a:endParaRPr sz="3600" dirty="0">
              <a:solidFill>
                <a:prstClr val="black"/>
              </a:solidFill>
              <a:latin typeface="Verdana"/>
              <a:cs typeface="Verdan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98F7F-B7F8-F964-D6C8-32663B48D370}"/>
              </a:ext>
            </a:extLst>
          </p:cNvPr>
          <p:cNvSpPr>
            <a:spLocks noGrp="1"/>
          </p:cNvSpPr>
          <p:nvPr/>
        </p:nvSpPr>
        <p:spPr bwMode="auto">
          <a:xfrm>
            <a:off x="4915536" y="137160"/>
            <a:ext cx="6262368" cy="2682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solidFill>
                  <a:srgbClr val="4F81B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Deferred Execution?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solidFill>
                  <a:srgbClr val="4F81B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Immediate Execution?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200" dirty="0">
              <a:solidFill>
                <a:srgbClr val="4F81B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9D8BCF-2369-47E9-B871-0D9E5441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362200"/>
            <a:ext cx="10591800" cy="823752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sz="3200" dirty="0">
                <a:solidFill>
                  <a:srgbClr val="4F81B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Deferred Execution?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1551-B901-41A6-BE8B-FC11CFBEEE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Code First with EF Core</a:t>
            </a:r>
            <a:endParaRPr lang="en-IN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AD233-6021-4F23-92DE-ABD6BADE63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Code First with EF Core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40F8D364-154C-A360-4101-7CC7CC795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11277600" cy="418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181717"/>
                </a:solidFill>
                <a:effectLst/>
                <a:latin typeface="Verdana"/>
                <a:ea typeface="Verdana"/>
              </a:rPr>
              <a:t>Deferred execution </a:t>
            </a:r>
            <a:r>
              <a:rPr lang="en-US" sz="2000" i="0" dirty="0">
                <a:solidFill>
                  <a:srgbClr val="181717"/>
                </a:solidFill>
                <a:effectLst/>
                <a:latin typeface="Verdana"/>
                <a:ea typeface="Verdana"/>
              </a:rPr>
              <a:t>→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181717"/>
                </a:solidFill>
                <a:effectLst/>
                <a:latin typeface="Verdana"/>
                <a:ea typeface="Verdana"/>
              </a:rPr>
              <a:t>EF Core does not execute the SQL immediately. </a:t>
            </a:r>
          </a:p>
          <a:p>
            <a:pPr algn="just">
              <a:lnSpc>
                <a:spcPct val="150000"/>
              </a:lnSpc>
            </a:pPr>
            <a:r>
              <a:rPr lang="en-US" sz="2000" i="0" dirty="0">
                <a:solidFill>
                  <a:srgbClr val="181717"/>
                </a:solidFill>
                <a:effectLst/>
                <a:latin typeface="Verdana"/>
                <a:ea typeface="Verdana"/>
              </a:rPr>
              <a:t>SQL is generated/executed when you enumerate the query.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181717"/>
                </a:solidFill>
                <a:latin typeface="Verdana"/>
                <a:ea typeface="Verdana"/>
              </a:rPr>
              <a:t>Deferred execution in Entity Framework Core (EF Core) means that a LINQ query is not executed against the database when it is defined, but rather when its results are actually iterated over or materialized.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181717"/>
                </a:solidFill>
                <a:latin typeface="Verdana"/>
                <a:ea typeface="Verdana"/>
              </a:rPr>
              <a:t>When you build a query using </a:t>
            </a:r>
            <a:r>
              <a:rPr lang="en-IN" sz="2000" dirty="0" err="1">
                <a:solidFill>
                  <a:srgbClr val="181717"/>
                </a:solidFill>
                <a:latin typeface="Verdana"/>
                <a:ea typeface="Verdana"/>
              </a:rPr>
              <a:t>IQueryable</a:t>
            </a:r>
            <a:r>
              <a:rPr lang="en-IN" sz="2000" dirty="0">
                <a:solidFill>
                  <a:srgbClr val="181717"/>
                </a:solidFill>
                <a:latin typeface="Verdana"/>
                <a:ea typeface="Verdana"/>
              </a:rPr>
              <a:t>&lt;T&gt;, EF Core constructs an internal expression tree (a "blueprint" or "plan"). It only translates that expression tree into SQL and sends it to the database at the last possible moment.</a:t>
            </a:r>
            <a:endParaRPr lang="en-US" sz="2000" dirty="0">
              <a:solidFill>
                <a:srgbClr val="181717"/>
              </a:solidFill>
              <a:latin typeface="Verdana"/>
              <a:ea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Code First with EF Core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BFE264-6C47-5DD3-2ABC-8C1C5CFA9E68}"/>
              </a:ext>
            </a:extLst>
          </p:cNvPr>
          <p:cNvSpPr/>
          <p:nvPr/>
        </p:nvSpPr>
        <p:spPr>
          <a:xfrm>
            <a:off x="342900" y="1905000"/>
            <a:ext cx="11506200" cy="3276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18171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Why Deferred Execution Matters?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8171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Dynamic Query Composition: </a:t>
            </a:r>
            <a:r>
              <a:rPr lang="en-US" sz="2000" i="0" dirty="0">
                <a:solidFill>
                  <a:srgbClr val="18171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You can build complex queries incrementally across different parts of your application based on runtime conditions without making multiple database calls. 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rgbClr val="18171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8171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Performance Optimization: </a:t>
            </a:r>
            <a:r>
              <a:rPr lang="en-US" sz="2000" i="0" dirty="0">
                <a:solidFill>
                  <a:srgbClr val="18171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EF Core chains all your filters together and evaluates them as a single, optimized SQL statement on the database server instead of pulling entire tables into application memory.</a:t>
            </a:r>
            <a:br>
              <a:rPr lang="en-US" sz="2000" i="0" dirty="0">
                <a:solidFill>
                  <a:srgbClr val="18171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2000" i="0" dirty="0">
              <a:solidFill>
                <a:srgbClr val="18171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Triggers Immediate Execution?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	Immediate execution is automatically triggered by two main categories of LINQ 	operators: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rgbClr val="18171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i="0" dirty="0">
              <a:solidFill>
                <a:srgbClr val="18171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i="0" dirty="0">
              <a:solidFill>
                <a:srgbClr val="18171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14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C511-9E34-4117-BD3C-61477F2BF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C2061-864D-A6B2-4057-2E03877AB5B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Code First with EF Core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FACC0-2747-6211-F6AB-CD3C459DE9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7887C-EACA-8B4F-A230-6F76D2F83C4D}"/>
              </a:ext>
            </a:extLst>
          </p:cNvPr>
          <p:cNvSpPr txBox="1"/>
          <p:nvPr/>
        </p:nvSpPr>
        <p:spPr>
          <a:xfrm>
            <a:off x="523240" y="137160"/>
            <a:ext cx="11049000" cy="649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Conversion Operators (Forcing Materialization)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These methods force EF Core to fetch the entire result set from the database immediately and load it as a concrete collection in application memory..</a:t>
            </a:r>
            <a:r>
              <a:rPr lang="en-US" sz="2000" dirty="0" err="1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ToList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 / .</a:t>
            </a:r>
            <a:r>
              <a:rPr lang="en-US" sz="2000" dirty="0" err="1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ToListAsync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n-US" sz="2000" dirty="0" err="1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ToArray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 / .</a:t>
            </a:r>
            <a:r>
              <a:rPr lang="en-US" sz="2000" dirty="0" err="1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ToArrayAsync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n-US" sz="2000" dirty="0" err="1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ToDictionary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 / .</a:t>
            </a:r>
            <a:r>
              <a:rPr lang="en-US" sz="2000" dirty="0" err="1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ToDictionaryAsync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 </a:t>
            </a:r>
            <a:b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2000" dirty="0">
              <a:solidFill>
                <a:srgbClr val="18171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Element and Aggregation Operators (Scalar Values)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These methods return a single, atomic value or a single row. Because they require a calculation or a specific entity to return a result, EF Core must execute the query instantly without waiting for a loop.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Mathematical/Aggregates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.Count(), .Sum(), .Min(), .Max(), .Average()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Single Elements: 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.First(), .</a:t>
            </a:r>
            <a:r>
              <a:rPr lang="en-US" sz="2000" dirty="0" err="1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FirstOrDefault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(), .Single(), .</a:t>
            </a:r>
            <a:r>
              <a:rPr lang="en-US" sz="2000" dirty="0" err="1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SingleOrDefault</a:t>
            </a: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(), .Last()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8171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Quantifiers: .Any(), .All(), .Contains()</a:t>
            </a:r>
          </a:p>
        </p:txBody>
      </p:sp>
    </p:spTree>
    <p:extLst>
      <p:ext uri="{BB962C8B-B14F-4D97-AF65-F5344CB8AC3E}">
        <p14:creationId xmlns:p14="http://schemas.microsoft.com/office/powerpoint/2010/main" val="152172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9D8BCF-2369-47E9-B871-0D9E5441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5713"/>
            <a:ext cx="10591800" cy="492443"/>
          </a:xfrm>
        </p:spPr>
        <p:txBody>
          <a:bodyPr/>
          <a:lstStyle/>
          <a:p>
            <a:r>
              <a:rPr lang="en-US" sz="3200" dirty="0">
                <a:solidFill>
                  <a:srgbClr val="2D73BA"/>
                </a:solidFill>
              </a:rPr>
              <a:t>Immediate Execution</a:t>
            </a:r>
            <a:endParaRPr lang="en-IN" sz="2800" dirty="0">
              <a:solidFill>
                <a:srgbClr val="2D73B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1551-B901-41A6-BE8B-FC11CFBEEE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Code First with EF Core</a:t>
            </a:r>
            <a:endParaRPr lang="en-IN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AD233-6021-4F23-92DE-ABD6BADE63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09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0C010-7092-611A-0315-0A9EB561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30D99-94D9-7A8F-C691-61470D97DEB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Code First with EF Core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94570-A03F-E63A-8DE5-7554B1577F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13BA6-DDFF-22EF-4203-747C86370640}"/>
              </a:ext>
            </a:extLst>
          </p:cNvPr>
          <p:cNvSpPr>
            <a:spLocks noGrp="1"/>
          </p:cNvSpPr>
          <p:nvPr/>
        </p:nvSpPr>
        <p:spPr bwMode="auto">
          <a:xfrm>
            <a:off x="381000" y="381163"/>
            <a:ext cx="11201400" cy="403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IN" sz="2200" b="1" dirty="0">
                <a:latin typeface="Verdana" panose="020B0604030504040204" pitchFamily="34" charset="0"/>
                <a:ea typeface="Verdana" panose="020B0604030504040204" pitchFamily="34" charset="0"/>
              </a:rPr>
              <a:t>Immediate execution</a:t>
            </a:r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 →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the query is </a:t>
            </a:r>
            <a:r>
              <a:rPr lang="en-IN" sz="2200" b="1" dirty="0">
                <a:latin typeface="Verdana" panose="020B0604030504040204" pitchFamily="34" charset="0"/>
                <a:ea typeface="Verdana" panose="020B0604030504040204" pitchFamily="34" charset="0"/>
              </a:rPr>
              <a:t>executed immediately</a:t>
            </a:r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 and the result is materialized/calculated.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immediate execution means that a LINQ query is evaluated and executed against the database the exact moment the method is called.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deferred execution, where a query only acts as a "plan" (</a:t>
            </a:r>
            <a:r>
              <a:rPr lang="en-IN" sz="2200" dirty="0" err="1">
                <a:latin typeface="Verdana" panose="020B0604030504040204" pitchFamily="34" charset="0"/>
                <a:ea typeface="Verdana" panose="020B0604030504040204" pitchFamily="34" charset="0"/>
              </a:rPr>
              <a:t>IQueryable</a:t>
            </a:r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) and is not sent to the database until you iterate over it (such as with a foreach loop).</a:t>
            </a:r>
          </a:p>
        </p:txBody>
      </p:sp>
    </p:spTree>
    <p:extLst>
      <p:ext uri="{BB962C8B-B14F-4D97-AF65-F5344CB8AC3E}">
        <p14:creationId xmlns:p14="http://schemas.microsoft.com/office/powerpoint/2010/main" val="653811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Code First with EF Core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ED3D09-9843-D2F9-F1ED-9AA1B47DC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90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c68219-26c2-4844-b429-879a109ace40" xsi:nil="true"/>
    <lcf76f155ced4ddcb4097134ff3c332f xmlns="046b20ee-d16d-4186-b653-87d67288df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631B4C166C254EADC7B7A46A466779" ma:contentTypeVersion="16" ma:contentTypeDescription="Create a new document." ma:contentTypeScope="" ma:versionID="26e525a9cde19aafbf5d69c7eeb773b8">
  <xsd:schema xmlns:xsd="http://www.w3.org/2001/XMLSchema" xmlns:xs="http://www.w3.org/2001/XMLSchema" xmlns:p="http://schemas.microsoft.com/office/2006/metadata/properties" xmlns:ns2="046b20ee-d16d-4186-b653-87d67288dfe1" xmlns:ns3="fdc68219-26c2-4844-b429-879a109ace40" targetNamespace="http://schemas.microsoft.com/office/2006/metadata/properties" ma:root="true" ma:fieldsID="3d475901c1fa3f7cb8702656abc66a20" ns2:_="" ns3:_="">
    <xsd:import namespace="046b20ee-d16d-4186-b653-87d67288dfe1"/>
    <xsd:import namespace="fdc68219-26c2-4844-b429-879a109ace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b20ee-d16d-4186-b653-87d67288df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a661b6e-5a92-40b4-a9b7-8ab7becca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c68219-26c2-4844-b429-879a109ace4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de97a88-299a-47e7-b17e-903f36ce4eef}" ma:internalName="TaxCatchAll" ma:showField="CatchAllData" ma:web="fdc68219-26c2-4844-b429-879a109ace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5FA578-C85E-405B-8C39-31F7D654E697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046b20ee-d16d-4186-b653-87d67288dfe1"/>
    <ds:schemaRef ds:uri="fdc68219-26c2-4844-b429-879a109ace40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503C139-7EB9-4AAF-8AE8-160060C2DB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6b20ee-d16d-4186-b653-87d67288dfe1"/>
    <ds:schemaRef ds:uri="fdc68219-26c2-4844-b429-879a109ace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95BC3F-D72D-46B1-AAF0-CA7A83C71D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</TotalTime>
  <Words>496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Segoe UI</vt:lpstr>
      <vt:lpstr>Verdana</vt:lpstr>
      <vt:lpstr>Office Theme</vt:lpstr>
      <vt:lpstr>2_Office Theme</vt:lpstr>
      <vt:lpstr>Deferred Execution and Immediate Execution</vt:lpstr>
      <vt:lpstr>PowerPoint Presentation</vt:lpstr>
      <vt:lpstr>What is Deferred Execution?</vt:lpstr>
      <vt:lpstr>PowerPoint Presentation</vt:lpstr>
      <vt:lpstr>PowerPoint Presentation</vt:lpstr>
      <vt:lpstr>PowerPoint Presentation</vt:lpstr>
      <vt:lpstr>Immediate Execution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Internet and WWW</dc:title>
  <dc:creator>Kaar User</dc:creator>
  <cp:lastModifiedBy>Soyeb Ghachi</cp:lastModifiedBy>
  <cp:revision>180</cp:revision>
  <dcterms:created xsi:type="dcterms:W3CDTF">2023-03-15T12:46:08Z</dcterms:created>
  <dcterms:modified xsi:type="dcterms:W3CDTF">2026-10-04T14:20:36Z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0x01010078631B4C166C254EADC7B7A46A466779</vt:lpwstr>
  </property>
  <property fmtid="{D5CDD505-2E9C-101B-9397-08002B2CF9AE}" pid="3" name="MediaServiceImageTags">
    <vt:lpwstr/>
  </property>
</Properties>
</file>